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Bold" charset="1" panose="02020803070505020304"/>
      <p:regular r:id="rId14"/>
    </p:embeddedFont>
    <p:embeddedFont>
      <p:font typeface="Times New Roman" charset="1" panose="0202060305040502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558" y="4663440"/>
            <a:ext cx="17362083" cy="3360990"/>
            <a:chOff x="0" y="0"/>
            <a:chExt cx="24667561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7561" cy="4775200"/>
            </a:xfrm>
            <a:custGeom>
              <a:avLst/>
              <a:gdLst/>
              <a:ahLst/>
              <a:cxnLst/>
              <a:rect r="r" b="b" t="t" l="l"/>
              <a:pathLst>
                <a:path h="4775200" w="24667561">
                  <a:moveTo>
                    <a:pt x="0" y="0"/>
                  </a:moveTo>
                  <a:lnTo>
                    <a:pt x="24667561" y="0"/>
                  </a:lnTo>
                  <a:lnTo>
                    <a:pt x="24667561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4667561" cy="4737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Campus</a:t>
              </a: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Carbon Footprint Analyzer</a:t>
              </a:r>
            </a:p>
            <a:p>
              <a:pPr algn="ctr">
                <a:lnSpc>
                  <a:spcPts val="5016"/>
                </a:lnSpc>
              </a:pPr>
              <a:r>
                <a:rPr lang="en-US" sz="3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SDG 13 - Climate Action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334663" y="8033955"/>
            <a:ext cx="6661997" cy="198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4"/>
              </a:lnSpc>
            </a:pPr>
            <a:r>
              <a:rPr lang="en-US" sz="28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CodeAvengers</a:t>
            </a:r>
          </a:p>
          <a:p>
            <a:pPr algn="just">
              <a:lnSpc>
                <a:spcPts val="3124"/>
              </a:lnSpc>
            </a:pPr>
            <a:r>
              <a:rPr lang="en-US" sz="28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Leader:Surya M</a:t>
            </a:r>
          </a:p>
          <a:p>
            <a:pPr algn="just">
              <a:lnSpc>
                <a:spcPts val="3124"/>
              </a:lnSpc>
            </a:pPr>
            <a:r>
              <a:rPr lang="en-US" sz="28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Email: kit26.ad59@gmail.com</a:t>
            </a:r>
          </a:p>
          <a:p>
            <a:pPr algn="just">
              <a:lnSpc>
                <a:spcPts val="3124"/>
              </a:lnSpc>
            </a:pPr>
            <a:r>
              <a:rPr lang="en-US" sz="28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Phone: +91 9344859103</a:t>
            </a:r>
          </a:p>
          <a:p>
            <a:pPr algn="just">
              <a:lnSpc>
                <a:spcPts val="3124"/>
              </a:lnSpc>
            </a:pP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358824" y="0"/>
            <a:ext cx="11196378" cy="5442615"/>
            <a:chOff x="0" y="0"/>
            <a:chExt cx="16467512" cy="8004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67455" cy="8004937"/>
            </a:xfrm>
            <a:custGeom>
              <a:avLst/>
              <a:gdLst/>
              <a:ahLst/>
              <a:cxnLst/>
              <a:rect r="r" b="b" t="t" l="l"/>
              <a:pathLst>
                <a:path h="8004937" w="16467455">
                  <a:moveTo>
                    <a:pt x="0" y="0"/>
                  </a:moveTo>
                  <a:lnTo>
                    <a:pt x="16467455" y="0"/>
                  </a:lnTo>
                  <a:lnTo>
                    <a:pt x="16467455" y="8004937"/>
                  </a:lnTo>
                  <a:lnTo>
                    <a:pt x="0" y="8004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84" t="0" r="-128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66863" y="5838327"/>
            <a:ext cx="1380298" cy="74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  <a:spcBef>
                <a:spcPct val="0"/>
              </a:spcBef>
            </a:pPr>
            <a:r>
              <a:rPr lang="en-US" sz="5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712293"/>
            <a:ext cx="6541871" cy="1823739"/>
            <a:chOff x="0" y="0"/>
            <a:chExt cx="9509761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1" cy="2651126"/>
            </a:xfrm>
            <a:custGeom>
              <a:avLst/>
              <a:gdLst/>
              <a:ahLst/>
              <a:cxnLst/>
              <a:rect r="r" b="b" t="t" l="l"/>
              <a:pathLst>
                <a:path h="2651126" w="9509761">
                  <a:moveTo>
                    <a:pt x="0" y="0"/>
                  </a:moveTo>
                  <a:lnTo>
                    <a:pt x="9509761" y="0"/>
                  </a:lnTo>
                  <a:lnTo>
                    <a:pt x="9509761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9509761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Motivation Slide 1: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19638" y="2516982"/>
            <a:ext cx="14448724" cy="533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390" indent="-361695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ry campus today depends on electricity, transportation, canteens, and other services that quietly add up to a large amount of carbon emissions.</a:t>
            </a:r>
          </a:p>
          <a:p>
            <a:pPr algn="l" marL="723390" indent="-361695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problem is most institutions don’t know exactly how much CO₂ they produce or where it comes from.</a:t>
            </a:r>
          </a:p>
          <a:p>
            <a:pPr algn="l" marL="723898" indent="-361949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proper data, it’s difficult to take effective steps toward becoming a sustainable or carbon-neutral campus.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Motivation Slide 2: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60417" y="2058081"/>
            <a:ext cx="14747766" cy="681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main motivation was to build something that actually helps our college take measurable climate action.</a:t>
            </a:r>
          </a:p>
          <a:p>
            <a:pPr algn="l" marL="723392" indent="-361696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Students, staff, and administrators all play a role in energy use but until we track it, we can’t manage it.</a:t>
            </a:r>
          </a:p>
          <a:p>
            <a:pPr algn="l" marL="723900" indent="-36195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building a system that converts daily campus activities into real emission numbers, we can clearly see our environmental impact and start taking steps to reduce it.</a:t>
            </a:r>
          </a:p>
          <a:p>
            <a:pPr algn="l">
              <a:lnSpc>
                <a:spcPts val="67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Proposed Solution: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8780" y="1958820"/>
            <a:ext cx="15590520" cy="793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created a web-based C</a:t>
            </a: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arbon Footprint Analyzer for our campus.</a:t>
            </a:r>
          </a:p>
          <a:p>
            <a:pPr algn="l" marL="723900" indent="-36195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collects data like electricity consumption, transport fuel use, canteen fuel, and waste generation, then automatically converts everything into CO₂-equivalent emissions.</a:t>
            </a:r>
          </a:p>
          <a:p>
            <a:pPr algn="l" marL="723900" indent="-36195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displays all this data on an interactive dashboard, where you can view total emissions, monthly trends, and category-wise breakdowns.</a:t>
            </a:r>
          </a:p>
          <a:p>
            <a:pPr algn="l" marL="760095" indent="-380048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even provides practical suggestions on how to reduce emissions like using solar energy, carpooling, or switching to LEDs.</a:t>
            </a:r>
          </a:p>
          <a:p>
            <a:pPr algn="l" marL="760095" indent="-380048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directly supports SDG 13 – Climate Action, helping institutions monitor and act on climate goals in a measurable way.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Our</a:t>
              </a: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Building Process &amp; Workflow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9339" y="2033674"/>
            <a:ext cx="15910560" cy="849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61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is bu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ilt using Python Flas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backend and M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th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723900" indent="-361950" lvl="1">
              <a:lnSpc>
                <a:spcPts val="615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igned using HTML, CSS, and JavaScript, and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is pro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essed in Pyt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culate emissi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 usin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ntific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sion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723900" indent="-36195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Here’s how the process works:</a:t>
            </a:r>
          </a:p>
          <a:p>
            <a:pPr algn="l" marL="1727199" indent="-575733" lvl="2">
              <a:lnSpc>
                <a:spcPts val="6159"/>
              </a:lnSpc>
              <a:buAutoNum type="alphaLcPeriod" startAt="1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Admins enter dat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 monthly ele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tricity use or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nsumption.</a:t>
            </a:r>
          </a:p>
          <a:p>
            <a:pPr algn="l" marL="1727199" indent="-575733" lvl="2">
              <a:lnSpc>
                <a:spcPts val="6159"/>
              </a:lnSpc>
              <a:buAutoNum type="alphaLcPeriod" startAt="1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emiss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f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database.</a:t>
            </a:r>
          </a:p>
          <a:p>
            <a:pPr algn="l" marL="1727199" indent="-575733" lvl="2">
              <a:lnSpc>
                <a:spcPts val="6159"/>
              </a:lnSpc>
              <a:buAutoNum type="alphaLcPeriod" startAt="1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calculates the total CO₂ genera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</a:t>
            </a:r>
          </a:p>
          <a:p>
            <a:pPr algn="l" marL="1727199" indent="-575733" lvl="2">
              <a:lnSpc>
                <a:spcPts val="6159"/>
              </a:lnSpc>
              <a:buAutoNum type="alphaLcPeriod" startAt="1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shboard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ws 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ults visually with graphs and charts.</a:t>
            </a:r>
          </a:p>
          <a:p>
            <a:pPr algn="l" marL="723900" indent="-361950" lvl="1">
              <a:lnSpc>
                <a:spcPts val="61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Impact &amp; Future Scope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03986" y="2270911"/>
            <a:ext cx="15126714" cy="816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4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roj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ect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hel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ollege or institution become environmentally conscious and data-driven.</a:t>
            </a:r>
          </a:p>
          <a:p>
            <a:pPr algn="l" marL="723900" indent="-361950" lvl="1">
              <a:lnSpc>
                <a:spcPts val="4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knowing exactly where emissions come from, management can take direct action — whether it’s saving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ctric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y,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tran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t, or reducing waste.</a:t>
            </a:r>
          </a:p>
          <a:p>
            <a:pPr algn="l" marL="723900" indent="-361950" lvl="1">
              <a:lnSpc>
                <a:spcPts val="4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long run, this can support green campus certification, energy audits, and policy-level decisions for sustainability.</a:t>
            </a:r>
          </a:p>
          <a:p>
            <a:pPr algn="l" marL="723900" indent="-361950" lvl="1">
              <a:lnSpc>
                <a:spcPts val="4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future, we plan to:</a:t>
            </a:r>
          </a:p>
          <a:p>
            <a:pPr algn="l" marL="1727199" indent="-575733" lvl="2">
              <a:lnSpc>
                <a:spcPts val="4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machine learning to predict future emissio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bas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on curren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727199" indent="-575733" lvl="2">
              <a:lnSpc>
                <a:spcPts val="4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bile access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data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be viewed anytime.</a:t>
            </a:r>
          </a:p>
          <a:p>
            <a:pPr algn="l" marL="1727199" indent="-575733" lvl="2">
              <a:lnSpc>
                <a:spcPts val="4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CSV uplo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for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data en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727199" indent="-575733" lvl="2">
              <a:lnSpc>
                <a:spcPts val="4599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IoT energy meters for rea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-time upd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  <a:p>
            <a:pPr algn="l" marL="723900" indent="-361950" lvl="1">
              <a:lnSpc>
                <a:spcPts val="45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Details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412798" y="2205990"/>
          <a:ext cx="7543800" cy="3771900"/>
        </p:xfrm>
        <a:graphic>
          <a:graphicData uri="http://schemas.openxmlformats.org/presentationml/2006/ole">
            <p:oleObj imgW="90424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71503" y="4270944"/>
            <a:ext cx="3344995" cy="87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20340" y="5600634"/>
            <a:ext cx="13140782" cy="34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2"/>
              </a:lnSpc>
              <a:spcBef>
                <a:spcPct val="0"/>
              </a:spcBef>
            </a:pPr>
            <a:r>
              <a:rPr lang="en-US" sz="2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2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 Carbon Footprint Analyzer — Measuring today for a cleaner tomorrow. 🌱”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DAG2of9xDIg</dc:identifier>
  <dcterms:modified xsi:type="dcterms:W3CDTF">2011-08-01T06:04:30Z</dcterms:modified>
  <cp:revision>1</cp:revision>
  <dc:title>Hackathon Idea Submission</dc:title>
</cp:coreProperties>
</file>